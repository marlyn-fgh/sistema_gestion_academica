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025F-9573-4DA4-B521-41AE7CDD889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3E368-8509-4F8E-B5F7-5EF522FAE3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674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025F-9573-4DA4-B521-41AE7CDD889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3E368-8509-4F8E-B5F7-5EF522FAE3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112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025F-9573-4DA4-B521-41AE7CDD889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3E368-8509-4F8E-B5F7-5EF522FAE3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62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025F-9573-4DA4-B521-41AE7CDD889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3E368-8509-4F8E-B5F7-5EF522FAE3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707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025F-9573-4DA4-B521-41AE7CDD889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3E368-8509-4F8E-B5F7-5EF522FAE3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613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025F-9573-4DA4-B521-41AE7CDD889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3E368-8509-4F8E-B5F7-5EF522FAE3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0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025F-9573-4DA4-B521-41AE7CDD889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3E368-8509-4F8E-B5F7-5EF522FAE3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460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025F-9573-4DA4-B521-41AE7CDD889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3E368-8509-4F8E-B5F7-5EF522FAE3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99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025F-9573-4DA4-B521-41AE7CDD889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3E368-8509-4F8E-B5F7-5EF522FAE3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958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025F-9573-4DA4-B521-41AE7CDD889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3E368-8509-4F8E-B5F7-5EF522FAE3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634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025F-9573-4DA4-B521-41AE7CDD889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3E368-8509-4F8E-B5F7-5EF522FAE3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4621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025F-9573-4DA4-B521-41AE7CDD889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3E368-8509-4F8E-B5F7-5EF522FAE32C}" type="slidenum">
              <a:rPr lang="en-US" smtClean="0"/>
              <a:t>‹Nº›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607980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025F-9573-4DA4-B521-41AE7CDD889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3E368-8509-4F8E-B5F7-5EF522FAE3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8204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025F-9573-4DA4-B521-41AE7CDD889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3E368-8509-4F8E-B5F7-5EF522FAE3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2368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025F-9573-4DA4-B521-41AE7CDD889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3E368-8509-4F8E-B5F7-5EF522FAE3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0239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025F-9573-4DA4-B521-41AE7CDD889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3E368-8509-4F8E-B5F7-5EF522FAE3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5534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025F-9573-4DA4-B521-41AE7CDD889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3E368-8509-4F8E-B5F7-5EF522FAE3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836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A05025F-9573-4DA4-B521-41AE7CDD889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F93E368-8509-4F8E-B5F7-5EF522FAE3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904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Primeros pasos con GIT.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Huerfa</a:t>
            </a:r>
            <a:r>
              <a:rPr lang="en-US" dirty="0"/>
              <a:t> Gonzalez Maria </a:t>
            </a:r>
            <a:r>
              <a:rPr lang="en-US" dirty="0" smtClean="0"/>
              <a:t>Jose--</a:t>
            </a:r>
            <a:r>
              <a:rPr lang="en-US" dirty="0" err="1" smtClean="0"/>
              <a:t>Darlyn</a:t>
            </a:r>
            <a:r>
              <a:rPr lang="en-US" dirty="0" smtClean="0"/>
              <a:t> </a:t>
            </a:r>
            <a:r>
              <a:rPr lang="en-US" dirty="0"/>
              <a:t>Sofia Vega Guzman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10A</a:t>
            </a:r>
          </a:p>
        </p:txBody>
      </p:sp>
    </p:spTree>
    <p:extLst>
      <p:ext uri="{BB962C8B-B14F-4D97-AF65-F5344CB8AC3E}">
        <p14:creationId xmlns:p14="http://schemas.microsoft.com/office/powerpoint/2010/main" val="348394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736" y="2184401"/>
            <a:ext cx="9661264" cy="2855912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1165225" y="723900"/>
            <a:ext cx="9502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 smtClean="0"/>
              <a:t>2</a:t>
            </a:r>
            <a:r>
              <a:rPr lang="es-E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639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549" y="152400"/>
            <a:ext cx="7598154" cy="5880100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660399" y="317500"/>
            <a:ext cx="7404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6.Que color aparece el archivo?</a:t>
            </a:r>
          </a:p>
          <a:p>
            <a:endParaRPr lang="es-ES" dirty="0" smtClean="0"/>
          </a:p>
          <a:p>
            <a:r>
              <a:rPr lang="es-ES" dirty="0" smtClean="0"/>
              <a:t>De color rojo sin el </a:t>
            </a:r>
            <a:r>
              <a:rPr lang="es-ES" dirty="0" err="1" smtClean="0"/>
              <a:t>add</a:t>
            </a:r>
            <a:endParaRPr lang="en-US" dirty="0"/>
          </a:p>
        </p:txBody>
      </p:sp>
      <p:sp>
        <p:nvSpPr>
          <p:cNvPr id="4" name="Rectángulo 3"/>
          <p:cNvSpPr/>
          <p:nvPr/>
        </p:nvSpPr>
        <p:spPr>
          <a:xfrm>
            <a:off x="3949700" y="673100"/>
            <a:ext cx="7737853" cy="15113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862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87362" y="228600"/>
            <a:ext cx="9779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 </a:t>
            </a:r>
            <a:r>
              <a:rPr lang="es-ES" sz="3200" dirty="0" smtClean="0"/>
              <a:t>7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62" y="1478360"/>
            <a:ext cx="10963275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414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37" y="1843087"/>
            <a:ext cx="9991725" cy="3171825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1054100" y="533400"/>
            <a:ext cx="172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/>
              <a:t>8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60625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74" y="1057274"/>
            <a:ext cx="11198225" cy="5178425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495300" y="393700"/>
            <a:ext cx="1045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9. Cual fue el mensaje de </a:t>
            </a:r>
            <a:r>
              <a:rPr lang="es-ES" dirty="0" err="1" smtClean="0"/>
              <a:t>commit</a:t>
            </a:r>
            <a:r>
              <a:rPr lang="en-US" dirty="0" smtClean="0"/>
              <a:t>?</a:t>
            </a:r>
            <a:endParaRPr lang="es-ES" dirty="0" smtClean="0"/>
          </a:p>
        </p:txBody>
      </p:sp>
    </p:spTree>
    <p:extLst>
      <p:ext uri="{BB962C8B-B14F-4D97-AF65-F5344CB8AC3E}">
        <p14:creationId xmlns:p14="http://schemas.microsoft.com/office/powerpoint/2010/main" val="1916968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7" y="1676400"/>
            <a:ext cx="11058525" cy="3505200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736600" y="444500"/>
            <a:ext cx="901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11. Que indica </a:t>
            </a:r>
            <a:r>
              <a:rPr lang="es-ES" dirty="0" err="1" smtClean="0"/>
              <a:t>git</a:t>
            </a:r>
            <a:r>
              <a:rPr lang="es-ES" dirty="0" smtClean="0"/>
              <a:t> ahora?</a:t>
            </a:r>
          </a:p>
          <a:p>
            <a:r>
              <a:rPr lang="es-ES" dirty="0" smtClean="0"/>
              <a:t>Se modifico la carpeta de hola.txt </a:t>
            </a:r>
            <a:endParaRPr lang="en-US" dirty="0"/>
          </a:p>
        </p:txBody>
      </p:sp>
      <p:sp>
        <p:nvSpPr>
          <p:cNvPr id="4" name="Rectángulo 3"/>
          <p:cNvSpPr/>
          <p:nvPr/>
        </p:nvSpPr>
        <p:spPr>
          <a:xfrm>
            <a:off x="566738" y="2273300"/>
            <a:ext cx="11058524" cy="24003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494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29" y="2228682"/>
            <a:ext cx="9964541" cy="2400635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571500" y="342900"/>
            <a:ext cx="307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 smtClean="0"/>
              <a:t>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229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304800" y="546100"/>
            <a:ext cx="7543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14</a:t>
            </a:r>
          </a:p>
          <a:p>
            <a:r>
              <a:rPr lang="es-ES" dirty="0" smtClean="0"/>
              <a:t>Para que sirve el </a:t>
            </a:r>
            <a:r>
              <a:rPr lang="es-ES" dirty="0" err="1" smtClean="0"/>
              <a:t>git</a:t>
            </a:r>
            <a:r>
              <a:rPr lang="es-ES" dirty="0" smtClean="0"/>
              <a:t> </a:t>
            </a:r>
            <a:r>
              <a:rPr lang="es-ES" dirty="0" err="1" smtClean="0"/>
              <a:t>add</a:t>
            </a:r>
            <a:r>
              <a:rPr lang="en-US" dirty="0" smtClean="0"/>
              <a:t>?</a:t>
            </a:r>
          </a:p>
          <a:p>
            <a:r>
              <a:rPr lang="es-ES" dirty="0" smtClean="0"/>
              <a:t>Preparar los archivos para guardar algo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571625"/>
            <a:ext cx="10299700" cy="1844675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304800" y="3518495"/>
            <a:ext cx="375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Para que sirve el </a:t>
            </a:r>
            <a:r>
              <a:rPr lang="es-ES" dirty="0" err="1" smtClean="0"/>
              <a:t>git</a:t>
            </a:r>
            <a:r>
              <a:rPr lang="es-ES" dirty="0" smtClean="0"/>
              <a:t> </a:t>
            </a:r>
            <a:r>
              <a:rPr lang="es-ES" dirty="0" err="1" smtClean="0"/>
              <a:t>commit</a:t>
            </a:r>
            <a:r>
              <a:rPr lang="es-ES" dirty="0" smtClean="0"/>
              <a:t> -m</a:t>
            </a:r>
            <a:r>
              <a:rPr lang="en-US" dirty="0" smtClean="0"/>
              <a:t>?</a:t>
            </a:r>
          </a:p>
          <a:p>
            <a:r>
              <a:rPr lang="es-ES" dirty="0" smtClean="0"/>
              <a:t>Para crear un mensaje de guardado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4427756"/>
            <a:ext cx="10299700" cy="933450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304800" y="5361206"/>
            <a:ext cx="102997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 smtClean="0"/>
              <a:t>Que sucede si modifico el archivo y no hago </a:t>
            </a:r>
            <a:r>
              <a:rPr lang="es-ES" dirty="0" err="1" smtClean="0"/>
              <a:t>commit</a:t>
            </a:r>
            <a:endParaRPr lang="es-ES" dirty="0" smtClean="0"/>
          </a:p>
          <a:p>
            <a:r>
              <a:rPr lang="es-ES" dirty="0" smtClean="0"/>
              <a:t>Si modifico el archivo y no hago </a:t>
            </a:r>
            <a:r>
              <a:rPr lang="es-ES" dirty="0" err="1" smtClean="0"/>
              <a:t>commit</a:t>
            </a:r>
            <a:r>
              <a:rPr lang="es-ES" dirty="0" smtClean="0"/>
              <a:t> no va a estar el en repositorio y si una persona lo quiere usar lo estará </a:t>
            </a:r>
            <a:r>
              <a:rPr lang="es-ES" dirty="0" err="1" smtClean="0"/>
              <a:t>usuando</a:t>
            </a:r>
            <a:r>
              <a:rPr lang="es-ES" dirty="0" smtClean="0"/>
              <a:t> otra </a:t>
            </a:r>
            <a:r>
              <a:rPr lang="es-ES" dirty="0" err="1" smtClean="0"/>
              <a:t>version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390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2312" y="127000"/>
            <a:ext cx="5667375" cy="661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80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ota">
  <a:themeElements>
    <a:clrScheme name="Gota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Got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TM04033925[[fn=Gota]]</Template>
  <TotalTime>99</TotalTime>
  <Words>119</Words>
  <Application>Microsoft Office PowerPoint</Application>
  <PresentationFormat>Panorámica</PresentationFormat>
  <Paragraphs>19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Tw Cen MT</vt:lpstr>
      <vt:lpstr>Gota</vt:lpstr>
      <vt:lpstr>Primeros pasos con GIT.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PC01</dc:creator>
  <cp:lastModifiedBy>PC01</cp:lastModifiedBy>
  <cp:revision>6</cp:revision>
  <dcterms:created xsi:type="dcterms:W3CDTF">2026-05-28T19:18:09Z</dcterms:created>
  <dcterms:modified xsi:type="dcterms:W3CDTF">2026-05-28T20:58:08Z</dcterms:modified>
</cp:coreProperties>
</file>